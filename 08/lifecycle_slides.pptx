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50292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50292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37160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37160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224028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10896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310896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97764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3977640"/>
            <a:ext cx="73152" cy="73152"/>
          </a:xfrm>
          <a:prstGeom prst="ellipse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04672"/>
            <a:ext cx="1097280" cy="10972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COURSE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14264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57200" y="1938528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in JEE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57200" y="279806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2.x  ·  Tomcat 9.0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5120640" cy="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456432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Web Resources  ·  Finding JEE Components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Databases  ·  Connection Pooling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Contexts  ·  Bearer Token Auth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LTS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9.0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2.1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JNDI/JDBC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Resources, JNDI, Databases, Security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5720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" y="1289304"/>
            <a:ext cx="7845552" cy="384048"/>
          </a:xfrm>
          <a:prstGeom prst="rect">
            <a:avLst/>
          </a:prstGeom>
          <a:solidFill>
            <a:srgbClr val="0D1829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893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Web Resources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2185416"/>
            <a:ext cx="457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2240280"/>
            <a:ext cx="7845552" cy="384048"/>
          </a:xfrm>
          <a:prstGeom prst="rect">
            <a:avLst/>
          </a:prstGeom>
          <a:solidFill>
            <a:srgbClr val="0D1829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402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Java EE Components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3136392"/>
            <a:ext cx="4572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" y="3191256"/>
            <a:ext cx="7845552" cy="384048"/>
          </a:xfrm>
          <a:prstGeom prst="rect">
            <a:avLst/>
          </a:prstGeom>
          <a:solidFill>
            <a:srgbClr val="0D1829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19125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Databases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4087368"/>
            <a:ext cx="45720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" y="4142232"/>
            <a:ext cx="7845552" cy="384048"/>
          </a:xfrm>
          <a:prstGeom prst="rect">
            <a:avLst/>
          </a:prstGeom>
          <a:solidFill>
            <a:srgbClr val="0D1829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4223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Web Resources — @Context Injection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4160520" cy="1536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53312"/>
            <a:ext cx="73152" cy="15361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4475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 ServletContext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" y="1773936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web application context. Read files, init-params, attributes.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" y="2231136"/>
            <a:ext cx="3840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ctx.getResourceAsStream("/WEB-INF/config.xml")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353312"/>
            <a:ext cx="4160520" cy="1536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53312"/>
            <a:ext cx="73152" cy="15361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44475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 HttpServletRequest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01184" y="1773936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request: remote IP, session, request attributes.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01184" y="2231136"/>
            <a:ext cx="3840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23113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req.getRemoteAddr(), req.getSession(false)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035808"/>
            <a:ext cx="4160520" cy="1536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035808"/>
            <a:ext cx="73152" cy="15361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12724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 HttpServletResponse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" y="345643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response headers directly before JAX-RS does.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" y="3913632"/>
            <a:ext cx="3840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136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resp.setHeader("X-Custom","value")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035808"/>
            <a:ext cx="4160520" cy="1536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035808"/>
            <a:ext cx="73152" cy="15361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12724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 UriInfo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01184" y="345643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URI breakdown: path, query params, base URI.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01184" y="3913632"/>
            <a:ext cx="3840480" cy="53035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9136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ui.getAbsolutePathBuilder().path(id).build()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Reading Web Resources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ServletContext — Reading Files and Init-Params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8449056" cy="234086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@Path("/config")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ConfigResource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@Context private ServletContext ctx;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@Path("version") @Produces(TEXT_PLAIN)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version()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ctx.getInitParameter("app.version");   // from web.xml &lt;context-param&gt;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@Path("template") @Produces(TEXT_HTML)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Response template() throws IOException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InputStream is = ctx.getResourceAsStream("/WEB-INF/templates/welcome.html");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 == null) return Response.status(404).build();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Response.ok(new String(is.readAllBytes(), UTF_8)).build();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3785616"/>
            <a:ext cx="8449056" cy="347472"/>
          </a:xfrm>
          <a:prstGeom prst="rect">
            <a:avLst/>
          </a:prstGeom>
          <a:solidFill>
            <a:srgbClr val="0D1829"/>
          </a:solidFill>
          <a:ln w="3810">
            <a:solidFill>
              <a:srgbClr val="1E2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785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getInitParameter(name)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13632" y="3785616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&lt;context-param&gt; from web.xml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4187952"/>
            <a:ext cx="8449056" cy="347472"/>
          </a:xfrm>
          <a:prstGeom prst="rect">
            <a:avLst/>
          </a:prstGeom>
          <a:solidFill>
            <a:srgbClr val="0D1E30"/>
          </a:solidFill>
          <a:ln w="3810">
            <a:solidFill>
              <a:srgbClr val="1E2E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1879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getResourceAsStream(path)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13632" y="4187952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file relative to the WAR root. Path must start with /.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4590288"/>
            <a:ext cx="8449056" cy="347472"/>
          </a:xfrm>
          <a:prstGeom prst="rect">
            <a:avLst/>
          </a:prstGeom>
          <a:solidFill>
            <a:srgbClr val="0D1829"/>
          </a:solidFill>
          <a:ln w="3810">
            <a:solidFill>
              <a:srgbClr val="1E2E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590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getClass().getResourceAsStream(path)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13632" y="4590288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file from the Java classpath (src/main/resources)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Reading Web Resources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JEE Components — JNDI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31673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Naming and Directory Interface: the registry for all managed JEE resources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82496"/>
            <a:ext cx="8449056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82496"/>
            <a:ext cx="73152" cy="6949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7373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java:comp/env/jdbc/shopDB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DataSource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204825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ic = new InitialContext(); ic.lookup("java:comp/env/jdbc/shopDB");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487168"/>
            <a:ext cx="8449056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487168"/>
            <a:ext cx="73152" cy="6949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54203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java:comp/env/jms/orders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54203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 Queue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2852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ic = new InitialContext(); ic.lookup("java:comp/env/jms/orders");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291840"/>
            <a:ext cx="8449056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291840"/>
            <a:ext cx="73152" cy="69494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3467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java:comp/env/mail/session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346704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" y="36576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ic = new InitialContext(); ic.lookup("java:comp/env/mail/session");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4096512"/>
            <a:ext cx="8449056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096512"/>
            <a:ext cx="73152" cy="6949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415137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java:comp/env/app/schema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15137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bound object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" y="44622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ic = new InitialContext(); ic.lookup("java:comp/env/app/schema");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Finding Java EE Components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JNDI Resources — Tomcat context.xml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8449056" cy="3456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323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src/main/webapp/META-INF/context.xml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&lt;Context&gt;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JDBC DataSource (connection pool)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&lt;Resource name="jdbc/shopDB"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auth="Container"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type="javax.sql.DataSource"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driverClassName="org.h2.Driver"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url="jdbc:h2:mem:shopdb;DB_CLOSE_DELAY=-1"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username="sa" password=""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maxTotal="10" maxIdle="5" maxWaitMillis="-1"/&gt;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Named string constant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&lt;Environment name="app.version"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type="java.lang.String"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value="2.4.1" override="false"/&gt;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&lt;/Context&gt;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Accessed as:  java:comp/env/jdbc/shopDB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java:comp/env/app.version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Finding Java EE Components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Databases — DataSource and Connection Pooling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5029200" cy="234086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809744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pattern — cache DataSource, not Connection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@Path("/products")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DataSource ds;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@Context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setServletContext(ServletContext ctx)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 Context ic = new InitialContext();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ds = (DataSource) ic.lookup(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"java:comp/env/jdbc/shopDB");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catch (NamingException 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RuntimeException(e);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@Produces(TEXT_PLAIN)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list()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throws SQLException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(Connection c = ds.getConnection();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PreparedStatement ps = c.prepareStatement(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"SELECT * FROM products");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ResultSet rs = ps.executeQuery())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 build list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59552" y="13898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59552" y="1719072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59552" y="1719072"/>
            <a:ext cx="73152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847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DataSource — lookup is cheap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59552" y="2523744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9552" y="2523744"/>
            <a:ext cx="73152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 a Connection — not thread-safe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59552" y="3328416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9552" y="3328416"/>
            <a:ext cx="73152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34564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try-with-resources for Connection, PreparedStatement, ResultSet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9552" y="4133088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9552" y="4133088"/>
            <a:ext cx="73152" cy="7132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exception: conn.rollback() then re-throw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Finding Databases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Transactions in Tomcat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9 has no JTA — manage commit/rollback explicitly with JDBC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591056"/>
            <a:ext cx="8449056" cy="3255264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0784"/>
            <a:ext cx="8229600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 @Consumes(TEXT_PLAIN)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createOrder(Order order)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(Connection conn = ds.getConnection())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conn.setAutoCommit(false);   // start transaction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insertOrder(conn, order);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insertOrderLines(conn, order.getLines());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reserveStock(conn, order.getLines());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conn.commit();           // all-or-nothing — success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Response.status(201).entity(order).build();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(Exception 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conn.rollback();         // undo all changes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InternalServerErrorException(e.getMessage(), 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(SQLException 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InternalServerErrorException(e.getMessage(), 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try-with-resources ensures conn.close() runs even if commit() throws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Finding Databases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Contexts — Authentication vs Authorisation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8449056" cy="142646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71600"/>
            <a:ext cx="73152" cy="14264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630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8105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caller?  Validate credentials → establish identity.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" y="2157984"/>
            <a:ext cx="7863840" cy="530352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157984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Unauthorized + WWW-Authenticate: Bearer realm="api"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944368"/>
            <a:ext cx="8449056" cy="142646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944368"/>
            <a:ext cx="73152" cy="14264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0358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caller do this? Check roles/permissions after identity is known.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" y="3730752"/>
            <a:ext cx="7863840" cy="530352"/>
          </a:xfrm>
          <a:prstGeom prst="rect">
            <a:avLst/>
          </a:prstGeom>
          <a:solidFill>
            <a:srgbClr val="EFF6FF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7307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Forbidden (authenticated but insufficient permissions)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Security Contexts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Authentication Filter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8449056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@Provider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@Priority(Priorities.AUTHENTICATION)   // runs before resource methods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BearerTokenFilter implements ContainerRequestFilter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filter(ContainerRequestContext ctx)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auth = ctx.getHeaderString(HttpHeaders.AUTHORIZATION);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(auth == null || !auth.startsWith("Bearer "))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ctx.abortWith(Response.status(401)              // 401 Unauthorized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.header(WWW_AUTHENTICATE, "Bearer realm=api")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.entity("error=Missing token\nstatus=401\n").build());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UserPrincipal principal = validateToken(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auth.substring("Bearer ".length()).trim());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(principal == null)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ctx.abortWith(Response.status(401)              // 401 Invalid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.entity("error=Invalid token\nstatus=401\n").build());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ctx.setSecurityContext(                             // install SecurityContext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BearerSecurityContext(principal,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ctx.getSecurityContext().isSecure()));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Security Contexts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Authorisation — @RolesAllowed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5029200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809744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Requires RolesAllowedDynamicFeature registered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@Path("/admin")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AdminResource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@Path("users")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@RolesAllowed("ADMIN")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List&lt;User&gt; listUsers()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403 if caller is not ADMIN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@Path("health")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@PermitAll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Response health()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Response.ok(...).build();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no authentication required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@DELETE @Path("system")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@DenyAll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Response system()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always 403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@Path("reports")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@RolesAllowed({"ADMIN","MANAGER"})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List&lt;Report&gt; reports()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ADMIN or MANAGER allowed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59552" y="13898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59552" y="1700784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4416" y="1737360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getUserPrincipal()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14416" y="2048256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authenticated Principal (or null)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59552" y="2505456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2542032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isUserInRole(role)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14416" y="2852928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to BearerSecurityContext.isUserInRole()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59552" y="3310128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3346704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isSecure()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14416" y="3657600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the connection uses HTTPS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59552" y="4114800"/>
            <a:ext cx="324612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415137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getAuthenticationScheme()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14416" y="44622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"Bearer" or BASIC_AUTH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Security Contexts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@Secured — Selective Authentication with @NameBinding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4251960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032504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Define the binding annotation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@NameBinding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@Retention(RUNTIME)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@Target({TYPE, METHOD})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@interface Secured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Apply to the 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@Provider @Secured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@Priority(AUTHENTICATION)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BearerTokenFilter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ContainerRequestFilter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Apply selectively to resources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@Path("/orders")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           // public — no auth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List&lt;Order&gt; listPublic()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@Secured       // requires Bearer token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Response create(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Order order,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@Context SecurityContext sc)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user = sc.getUserPrincipal().getName();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order.setCreatedBy(user);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orderService.save(order);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36592" y="1353312"/>
            <a:ext cx="4059936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84048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Full authentication flow: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POST /orders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Authorization: Bearer &lt;token&gt;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@Priority(AUTHENTICATION) 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BearerTokenFilter.filter() runs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Token valid?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→ ctx.setSecurityContext(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new BearerSecurityContext(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principal, isSecure))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Token absent or invalid?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→ ctx.abortWith(401)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@RolesAllowed check: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sc.isUserInRole("user")?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→ false → 403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Execute resource method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sc.getUserPrincipal().getName()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→ "alice"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Security Contexts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160520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502920" cy="8412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118872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@Context injects ServletContext, HttpServletRequest, SecurityContext, UriInfo, and other container objects.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15568"/>
            <a:ext cx="50292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18872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getResourceAsStream('/WEB-INF/...') reads WAR files; getClass().getResourceAsStream reads classpath files.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075688"/>
            <a:ext cx="4160520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75688"/>
            <a:ext cx="50292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7568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" y="214884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JNDI (java:comp/env/...) is the standard registry for DataSources, JMS, and custom resources in Tomcat.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075688"/>
            <a:ext cx="4160520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075688"/>
            <a:ext cx="502920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07568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14884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DataSource — never cache a Connection. Use try-with-resources for Connection, PreparedStatement, ResultSet.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035808"/>
            <a:ext cx="4160520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035808"/>
            <a:ext cx="502920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3580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1832" y="310896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Tomcat, manage transactions manually: setAutoCommit(false), commit(), rollback().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35808"/>
            <a:ext cx="4160520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35808"/>
            <a:ext cx="502920" cy="8412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3580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310896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filter → setSecurityContext(). @RolesAllowed + @PermitAll + @DenyAll for declarative auth.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995928"/>
            <a:ext cx="8567928" cy="841248"/>
          </a:xfrm>
          <a:prstGeom prst="rect">
            <a:avLst/>
          </a:prstGeom>
          <a:solidFill>
            <a:srgbClr val="080F1A"/>
          </a:solidFill>
          <a:ln w="12700">
            <a:solidFill>
              <a:srgbClr val="1E2E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995928"/>
            <a:ext cx="502920" cy="8412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9592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1832" y="412394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@NameBinding + @Secured to apply authentication selectively to specific endpoints rather than globally.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Lifecycle in JEE  |  JAX-RS 2.x  |  Java 11 / Tomcat 9.0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0"/>
            <a:ext cx="64008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04672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029200" cy="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2128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Lab Time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816352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1: Reading web resources via @Context ServletContext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2: JNDI lookups — binding and finding components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3: DataSource, connection pooling, manual transactions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4: Bearer token filter + SecurityContext + @RolesAllowed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and Lifecycle in JEE</dc:title>
  <dc:subject>PptxGenJS Presentation</dc:subject>
  <dc:creator>PptxGenJS</dc:creator>
  <cp:lastModifiedBy>PptxGenJS</cp:lastModifiedBy>
  <cp:revision>1</cp:revision>
  <dcterms:created xsi:type="dcterms:W3CDTF">2026-04-22T13:37:46Z</dcterms:created>
  <dcterms:modified xsi:type="dcterms:W3CDTF">2026-04-22T13:37:46Z</dcterms:modified>
</cp:coreProperties>
</file>